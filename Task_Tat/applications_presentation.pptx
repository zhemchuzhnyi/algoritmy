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Анализ заявок на сервис Докма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rPr dirty="0" err="1"/>
              <a:t>Период</a:t>
            </a:r>
            <a:r>
              <a:rPr dirty="0"/>
              <a:t>: 12.05.2025 – 25.05.2025</a:t>
            </a:r>
          </a:p>
          <a:p>
            <a:r>
              <a:rPr dirty="0" err="1"/>
              <a:t>Подготовлено</a:t>
            </a:r>
            <a:r>
              <a:rPr dirty="0"/>
              <a:t>:</a:t>
            </a:r>
            <a:r>
              <a:rPr lang="ru-RU" dirty="0"/>
              <a:t> Валовая Т. </a:t>
            </a:r>
            <a:r>
              <a:rPr lang="ru-RU"/>
              <a:t>Н.</a:t>
            </a:r>
            <a:endParaRPr dirty="0"/>
          </a:p>
          <a:p>
            <a:r>
              <a:rPr dirty="0" err="1"/>
              <a:t>Дата</a:t>
            </a:r>
            <a:r>
              <a:rPr dirty="0"/>
              <a:t>: 28 </a:t>
            </a:r>
            <a:r>
              <a:rPr dirty="0" err="1"/>
              <a:t>мая</a:t>
            </a:r>
            <a:r>
              <a:rPr dirty="0"/>
              <a:t>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3366"/>
                </a:solidFill>
              </a:defRPr>
            </a:pPr>
            <a:r>
              <a:t>Обзор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Умеренный режим (12.05–18.05):</a:t>
            </a:r>
          </a:p>
          <a:p>
            <a:pPr>
              <a:defRPr sz="1800"/>
            </a:pPr>
            <a:endParaRPr/>
          </a:p>
          <a:p>
            <a:pPr lvl="1">
              <a:defRPr sz="1800"/>
            </a:pPr>
            <a:r>
              <a:t>• Общее количество заявок: 731</a:t>
            </a:r>
          </a:p>
          <a:p>
            <a:pPr lvl="1">
              <a:defRPr sz="1800"/>
            </a:pPr>
            <a:r>
              <a:t>• Среднее в день: ~104</a:t>
            </a:r>
          </a:p>
          <a:p>
            <a:pPr lvl="1">
              <a:defRPr sz="1800"/>
            </a:pPr>
            <a:r>
              <a:t>• Пики: 15.05 (134), 13.05 (121)</a:t>
            </a:r>
          </a:p>
          <a:p>
            <a:pPr lvl="1">
              <a:defRPr sz="1800"/>
            </a:pPr>
            <a:r>
              <a:t>• Спады: 17.05 (72), 18.05 (67)</a:t>
            </a:r>
          </a:p>
          <a:p>
            <a:br/>
            <a:r>
              <a:t>Редкий режим (19.05–25.05):</a:t>
            </a:r>
            <a:br/>
            <a:endParaRPr/>
          </a:p>
          <a:p>
            <a:pPr lvl="1">
              <a:defRPr sz="1800"/>
            </a:pPr>
            <a:r>
              <a:t>• Общее количество заявок: 525</a:t>
            </a:r>
          </a:p>
          <a:p>
            <a:pPr lvl="1">
              <a:defRPr sz="1800"/>
            </a:pPr>
            <a:r>
              <a:t>• Среднее в день: ~75</a:t>
            </a:r>
          </a:p>
          <a:p>
            <a:pPr lvl="1">
              <a:defRPr sz="1800"/>
            </a:pPr>
            <a:r>
              <a:t>• Пики: 23.05 (86), 19.05 (85)</a:t>
            </a:r>
          </a:p>
          <a:p>
            <a:pPr lvl="1">
              <a:defRPr sz="1800"/>
            </a:pPr>
            <a:r>
              <a:t>• Спады: 24.05 (56), 25.05 (68)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3366"/>
                </a:solidFill>
              </a:defRPr>
            </a:pPr>
            <a:r>
              <a:t>График количества заявок по дням</a:t>
            </a:r>
          </a:p>
        </p:txBody>
      </p:sp>
      <p:pic>
        <p:nvPicPr>
          <p:cNvPr id="3" name="Picture 2" descr="application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78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3366"/>
                </a:solidFill>
              </a:defRPr>
            </a:pPr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800"/>
            </a:pPr>
            <a:r>
              <a:t>• Снижение активности: во второй неделе заявок на ~28% меньше (525 против 731).</a:t>
            </a:r>
          </a:p>
          <a:p>
            <a:pPr lvl="1">
              <a:defRPr sz="1800"/>
            </a:pPr>
            <a:r>
              <a:t>• Пики в середине недели: 13.05 (121), 15.05 (134) в умеренном режиме; 19.05 (85), 23.05 (86) в редком — вероятно, рабочие дни.</a:t>
            </a:r>
          </a:p>
          <a:p>
            <a:pPr lvl="1">
              <a:defRPr sz="1800"/>
            </a:pPr>
            <a:r>
              <a:t>• Спад в выходные: 17–18.05 (72, 67) и 24–25.05 (56, 68) — меньшая активность пользователей.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187</Words>
  <Application>Microsoft Macintosh PowerPoint</Application>
  <PresentationFormat>Экран (4:3)</PresentationFormat>
  <Paragraphs>21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Анализ заявок на сервис Докма</vt:lpstr>
      <vt:lpstr>Обзор данных</vt:lpstr>
      <vt:lpstr>График количества заявок по дням</vt:lpstr>
      <vt:lpstr>Выводы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Andrey</cp:lastModifiedBy>
  <cp:revision>2</cp:revision>
  <dcterms:created xsi:type="dcterms:W3CDTF">2013-01-27T09:14:16Z</dcterms:created>
  <dcterms:modified xsi:type="dcterms:W3CDTF">2025-05-28T10:48:55Z</dcterms:modified>
  <cp:category/>
</cp:coreProperties>
</file>